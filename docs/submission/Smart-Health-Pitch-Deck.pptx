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B9CCC1"/>
                </a:solidFill>
                <a:latin typeface="Segoe UI"/>
              </a:rPr>
              <a:t>BUILD WITH AI · CODE FOR COMMUNITIES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B9CCC1"/>
                </a:solidFill>
                <a:latin typeface="Segoe UI"/>
              </a:rPr>
              <a:t>TRACK 3 · SMART HEALTH — AI-DRIVEN HEALTH CENTRE &amp; SUPPLY CHAIN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Smart Health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B9CCC1"/>
                </a:solidFill>
                <a:latin typeface="Segoe UI"/>
              </a:rPr>
              <a:t>A real-time command centre for district health officials — and a 60-second daily report app for the PHC operator. Live on Google Cloud, in English, Hindi and Marathi.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B9CCC1"/>
                </a:solidFill>
                <a:latin typeface="Segoe UI"/>
              </a:rPr>
              <a:t>Team ai-rangers  ·  smart-health-20737125641.asia-south1.run.app  ·  github.com/ai-rangers-team/Smart-Health-Center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B9CCC1"/>
                </a:solidFill>
                <a:latin typeface="Segoe UI"/>
              </a:rPr>
              <a:t>Smart Health Centre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CC1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C2420"/>
                </a:solidFill>
                <a:latin typeface="Segoe UI"/>
              </a:rPr>
              <a:t>A district runs 30+ health centres on paper registers and phone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C2420"/>
                </a:solidFill>
                <a:latin typeface="Segoe UI"/>
              </a:rPr>
              <a:t>Stock-outs surface too 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C6660"/>
                </a:solidFill>
                <a:latin typeface="Segoe UI"/>
              </a:rPr>
              <a:t>A medicine shortage is discovered when a patient is turned away — not two weeks earlier, when a transfer or reorder could still have prevented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C2420"/>
                </a:solidFill>
                <a:latin typeface="Segoe UI"/>
              </a:rPr>
              <a:t>No live operational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803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C6660"/>
                </a:solidFill>
                <a:latin typeface="Segoe UI"/>
              </a:rPr>
              <a:t>Footfall, beds, staff attendance and diagnostics reach the district as monthly paperwork. Underperforming centres hide in the averages.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0312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C2420"/>
                </a:solidFill>
                <a:latin typeface="Segoe UI"/>
              </a:rPr>
              <a:t>Tools aren't built for the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8803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C6660"/>
                </a:solidFill>
                <a:latin typeface="Segoe UI"/>
              </a:rPr>
              <a:t>PHC staff work in Marathi and Hindi on low-end phones. Dashboards built for English-speaking analysts never get adopted at the last mile.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92040"/>
            <a:ext cx="10881360" cy="1005840"/>
          </a:xfrm>
          <a:prstGeom prst="rect">
            <a:avLst/>
          </a:prstGeom>
          <a:solidFill>
            <a:srgbClr val="103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One centre's surplus is another centre's stock-out. The data to fix this exists — it just arrives a month late, on paper.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C2420"/>
                </a:solidFill>
                <a:latin typeface="Segoe UI"/>
              </a:rPr>
              <a:t>Report once. The district sees everything, instantly.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PHC operator app — the whole daily report (patients, staff, stock, beds, tests) takes under a minute on a phone, in the operator's own language.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District command centre — live status of every centre: AI morning briefing, stock-out forecasts, alerts, performance flags, transfer recommendations.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Real-time, not batch — every save recomputes forecasts, scores and alerts; the dashboard updates in about a second.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920240"/>
            <a:ext cx="4663440" cy="2194560"/>
          </a:xfrm>
          <a:prstGeom prst="rect">
            <a:avLst/>
          </a:prstGeom>
          <a:solidFill>
            <a:srgbClr val="E3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0382B"/>
                </a:solidFill>
                <a:latin typeface="Segoe UI"/>
              </a:rPr>
              <a:t>Built around one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6060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0382B"/>
                </a:solidFill>
                <a:latin typeface="Segoe UI"/>
              </a:rPr>
              <a:t>Algorithms decide. Gemini explains. Every alert and forecast is deterministic and auditable. Generative AI is the communication layer — never the gatekeeper of a health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4632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Operator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60-second daily entry, or a photo of the restock invoice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84632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4983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System recomputes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Stock-out forecast, performance score, alerts — on every write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84632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83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Firestore pushes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District dashboard updates in ~1s via real-time listeners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39" y="484632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4983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Official acts 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Reorder, transfer stock or intervene — days before the crisis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LIVE ON CLOUD RUN · REAL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C2420"/>
                </a:solidFill>
                <a:latin typeface="Segoe UI"/>
              </a:rPr>
              <a:t>The district command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C6660"/>
                </a:solidFill>
                <a:latin typeface="Segoe UI"/>
              </a:rPr>
              <a:t>AI daily briefing, live alerts with days-to-stock-out, and transfer recommendations — one screen replaces a month of paperwork.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2148840"/>
            <a:ext cx="8595360" cy="5372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INCLUSION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C2420"/>
                </a:solidFill>
                <a:latin typeface="Segoe UI"/>
              </a:rPr>
              <a:t>The same intelligence, in the official's own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C6660"/>
                </a:solidFill>
                <a:latin typeface="Segoe UI"/>
              </a:rPr>
              <a:t>English, Hindi and Marathi across the entire product — the AI writes its briefings and recommendations in the user's language, not just the labels.</a:t>
            </a:r>
          </a:p>
        </p:txBody>
      </p:sp>
      <p:pic>
        <p:nvPicPr>
          <p:cNvPr id="5" name="Picture 4" descr="dashboard-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2148840"/>
            <a:ext cx="8595360" cy="5372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THE LAST MILE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C2420"/>
                </a:solidFill>
                <a:latin typeface="Segoe UI"/>
              </a:rPr>
              <a:t>A daily report that takes less time than a phone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Designed for village PHC staff — big tap targets, steppers instead of keyboards, works on low-end phones, installs as an app (PWA).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Scan the restock invoice — when a delivery arrives, the operator photographs the invoice. Gemini reads it, matches line items to the centre's own medicine catalog, and pre-fills the quantities.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AI proposes, a human confirms — extracted amounts land in a review screen, never straight into the database.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Works in EN / HI / MR · Installable PWA · Gemini vision + structured output</a:t>
            </a:r>
          </a:p>
        </p:txBody>
      </p:sp>
      <p:pic>
        <p:nvPicPr>
          <p:cNvPr id="5" name="Picture 4" descr="mycentre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17320"/>
            <a:ext cx="1812102" cy="4846320"/>
          </a:xfrm>
          <a:prstGeom prst="rect">
            <a:avLst/>
          </a:prstGeom>
        </p:spPr>
      </p:pic>
      <p:pic>
        <p:nvPicPr>
          <p:cNvPr id="6" name="Picture 5" descr="stock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737360"/>
            <a:ext cx="2275242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B9CCC1"/>
                </a:solidFill>
                <a:latin typeface="Segoe UI"/>
              </a:rPr>
              <a:t>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Algorithms decide. Gemini explains.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B9CCC1"/>
                </a:solidFill>
                <a:latin typeface="Segoe UI"/>
              </a:rPr>
              <a:t>Health alerts must be reproducible and auditable. So the decision path is pure deterministic code — and Gemini makes it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Deterministic core — the decision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Recency-weighted consumption forecasting (normalized EWMA) predicts every medicine's stock-out date.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Composite performance score flags underperforming centres automatically.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Redistribution engine matches surplus to deficit centres before stock-outs happen.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New centres are safe from day one: thresholds from one question — expected patients per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86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Gemini 2.5 Flash — the communication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7432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Morning district briefing from live data, in the official's language, with last-good fallback.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Plain-language explanations of underperformance and transfer recommendations.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Invoice OCR: photo or PDF to structured stock quantities, constrained to the centre's catalog.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DCE7E0"/>
                </a:solidFill>
                <a:latin typeface="Segoe UI"/>
              </a:rPr>
              <a:t>•  Never on the live write path — everything still works if Gemini is down or rate-limited.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B9CCC1"/>
                </a:solidFill>
                <a:latin typeface="Segoe UI"/>
              </a:rPr>
              <a:t>Smart Health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CC1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SUPPLY CHAIN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C2420"/>
                </a:solidFill>
                <a:latin typeface="Segoe UI"/>
              </a:rPr>
              <a:t>From "we ran out" to "move 200 units by Friday"</a:t>
            </a:r>
          </a:p>
        </p:txBody>
      </p:sp>
      <p:pic>
        <p:nvPicPr>
          <p:cNvPr id="4" name="Picture 3" descr="centre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737360"/>
            <a:ext cx="8778240" cy="2987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029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382B"/>
                </a:solidFill>
                <a:latin typeface="Segoe UI"/>
              </a:rPr>
              <a:t>3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C6660"/>
                </a:solidFill>
                <a:latin typeface="Segoe UI"/>
              </a:rPr>
              <a:t>average early warning before a stock-out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029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382B"/>
                </a:solidFill>
                <a:latin typeface="Segoe UI"/>
              </a:rPr>
              <a:t>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669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C6660"/>
                </a:solidFill>
                <a:latin typeface="Segoe UI"/>
              </a:rPr>
              <a:t>day forecast bands for high and medium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029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0382B"/>
                </a:solidFill>
                <a:latin typeface="Segoe UI"/>
              </a:rPr>
              <a:t>~1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5669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C6660"/>
                </a:solidFill>
                <a:latin typeface="Segoe UI"/>
              </a:rPr>
              <a:t>from operator save to district dashboard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C2420"/>
                </a:solidFill>
                <a:latin typeface="Segoe UI"/>
              </a:rPr>
              <a:t>Not a prototype — a deployed, tested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React 18 + Vite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Tailwind design system, offline persistence, Recharts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92024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FastAPI on Cloud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Python 3.12 · asia-south1 · rate-limited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Firestore + Firebase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Real-time listeners · Google Sign-In · role claims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39" y="1920240"/>
            <a:ext cx="25603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C2420"/>
                </a:solidFill>
                <a:latin typeface="Segoe UI"/>
              </a:rPr>
              <a:t>Gemini 2.5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C6660"/>
                </a:solidFill>
                <a:latin typeface="Segoe UI"/>
              </a:rPr>
              <a:t>google-genai SDK · structured JSON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Security first: role-based access via Firebase custom claims — a district admin and a PHC operator see only what they should.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60 automated tests across forecasting, scoring, redistribution, alerting, auth and the invoice extractor.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661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CI/CD on every merge: GitHub Actions deploys to Cloud Run with keyless Workload Identity Federation — no service-account keys anywhere.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5C6660"/>
                </a:solidFill>
                <a:latin typeface="Segoe UI"/>
              </a:rPr>
              <a:t>•  Resilient by design: cached last-good AI briefings, template fallbacks, deterministic writes even with Gemini fully unavailable.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7694A"/>
                </a:solidFill>
                <a:latin typeface="Segoe UI"/>
              </a:rPr>
              <a:t>IMPACT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C2420"/>
                </a:solidFill>
                <a:latin typeface="Segoe UI"/>
              </a:rPr>
              <a:t>Built for one district. Ready for a state.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352044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C2420"/>
                </a:solidFill>
                <a:latin typeface="Segoe UI"/>
              </a:rPr>
              <a:t>Onboarding is one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C6660"/>
                </a:solidFill>
                <a:latin typeface="Segoe UI"/>
              </a:rPr>
              <a:t>A new PHC gets safe stock thresholds from “roughly how many patients a day?” — and an entire district onboards from a single CSV: 30–40 centres, operators provisioned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11680"/>
            <a:ext cx="352044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402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C2420"/>
                </a:solidFill>
                <a:latin typeface="Segoe UI"/>
              </a:rPr>
              <a:t>The model rolls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889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C6660"/>
                </a:solidFill>
                <a:latin typeface="Segoe UI"/>
              </a:rPr>
              <a:t>Centre to district today; district to state next. The same scoring, forecasting and redistribution logic works at every level of aggregation.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52044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2402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C2420"/>
                </a:solidFill>
                <a:latin typeface="Segoe UI"/>
              </a:rPr>
              <a:t>Integration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7889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C6660"/>
                </a:solidFill>
                <a:latin typeface="Segoe UI"/>
              </a:rPr>
              <a:t>Designed to plug into e-Aushadhi (drug logistics), HMIS reporting and ABDM registries — replacing parallel data entry, not adding to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37760"/>
            <a:ext cx="10881360" cy="1005840"/>
          </a:xfrm>
          <a:prstGeom prst="rect">
            <a:avLst/>
          </a:prstGeom>
          <a:solidFill>
            <a:srgbClr val="103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8464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Every day of earlier warning is a queue of patients who did not get turned away. The marginal cost of adding a centre is one row in a CSV.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C6660"/>
                </a:solidFill>
                <a:latin typeface="Segoe UI"/>
              </a:rPr>
              <a:t>Smart Health Centre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66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Rural healthcare that runs on data, not paperwork.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B9CCC1"/>
                </a:solidFill>
                <a:latin typeface="Segoe UI"/>
              </a:rPr>
              <a:t>Live today. Tested. Trilingual. Built on Google Cloud.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Live demo   smart-health-20737125641.asia-south1.run.app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Source        github.com/ai-rangers-team/Smart-Health-Center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Team           ai-rangers — Rupesh · Rishi · Isha · Devik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B9CCC1"/>
                </a:solidFill>
                <a:latin typeface="Segoe UI"/>
              </a:rPr>
              <a:t>Smart Health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CC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